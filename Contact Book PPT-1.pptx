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A8037-60E7-4E89-858E-4897FF00C03A}" type="datetimeFigureOut">
              <a:rPr lang="en-AU" smtClean="0"/>
              <a:t>15/04/2026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37782-F452-4154-94F4-A97B2CF67EE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061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37782-F452-4154-94F4-A97B2CF67EE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303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BCB2-D1C4-D869-6290-D561CF539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749031"/>
            <a:ext cx="8791576" cy="2679970"/>
          </a:xfrm>
        </p:spPr>
        <p:txBody>
          <a:bodyPr>
            <a:normAutofit fontScale="90000"/>
          </a:bodyPr>
          <a:lstStyle/>
          <a:p>
            <a:br>
              <a:rPr lang="en-AU" dirty="0"/>
            </a:b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50E0B-F850-0443-D97F-8ADCA70E4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749031"/>
            <a:ext cx="8791575" cy="5768501"/>
          </a:xfrm>
        </p:spPr>
        <p:txBody>
          <a:bodyPr>
            <a:normAutofit fontScale="77500" lnSpcReduction="20000"/>
          </a:bodyPr>
          <a:lstStyle/>
          <a:p>
            <a:r>
              <a:rPr lang="en-AU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    </a:t>
            </a:r>
          </a:p>
          <a:p>
            <a:r>
              <a:rPr lang="en-AU" dirty="0">
                <a:solidFill>
                  <a:schemeClr val="accent2"/>
                </a:solidFill>
                <a:latin typeface="Baskerville Old Face" panose="02020602080505020303" pitchFamily="18" charset="0"/>
              </a:rPr>
              <a:t>                       </a:t>
            </a:r>
            <a:r>
              <a:rPr lang="en-AU" sz="58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CONTACT BOOK</a:t>
            </a:r>
          </a:p>
          <a:p>
            <a:r>
              <a:rPr lang="en-AU" sz="160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                                                         </a:t>
            </a:r>
            <a:r>
              <a:rPr lang="en-AU" dirty="0">
                <a:solidFill>
                  <a:schemeClr val="tx1"/>
                </a:solidFill>
                <a:latin typeface="Baskerville Old Face" panose="02020602080505020303" pitchFamily="18" charset="0"/>
              </a:rPr>
              <a:t> </a:t>
            </a:r>
          </a:p>
          <a:p>
            <a:r>
              <a:rPr lang="en-AU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                                         </a:t>
            </a:r>
            <a:r>
              <a:rPr lang="en-AU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team members:</a:t>
            </a:r>
          </a:p>
          <a:p>
            <a:r>
              <a:rPr lang="en-AU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        </a:t>
            </a:r>
          </a:p>
          <a:p>
            <a:r>
              <a:rPr lang="en-AU" dirty="0">
                <a:solidFill>
                  <a:schemeClr val="tx1"/>
                </a:solidFill>
                <a:latin typeface="Baskerville Old Face" panose="02020602080505020303" pitchFamily="18" charset="0"/>
              </a:rPr>
              <a:t>              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grandhi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karunya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>
                <a:solidFill>
                  <a:schemeClr val="bg1"/>
                </a:solidFill>
                <a:latin typeface="Baskerville Old Face" panose="02020602080505020303" pitchFamily="18" charset="0"/>
                <a:cs typeface="Arial" panose="020B0604020202020204" pitchFamily="34" charset="0"/>
              </a:rPr>
              <a:t>- 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25A31a0575 (team lead)</a:t>
            </a:r>
          </a:p>
          <a:p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polisetti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vishali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- 25a31a0594</a:t>
            </a:r>
          </a:p>
          <a:p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Thathapudi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devakoti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- 25a31a05bb</a:t>
            </a:r>
          </a:p>
          <a:p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v </a:t>
            </a:r>
            <a:r>
              <a:rPr lang="en-AU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durga</a:t>
            </a:r>
            <a:r>
              <a:rPr lang="en-A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Prasanna  - 25a31a05bc  </a:t>
            </a:r>
          </a:p>
          <a:p>
            <a:r>
              <a:rPr lang="en-A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</a:t>
            </a:r>
            <a:r>
              <a:rPr lang="en-AU" sz="5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r>
              <a:rPr lang="en-AU" sz="5400" dirty="0">
                <a:solidFill>
                  <a:schemeClr val="tx1"/>
                </a:solidFill>
              </a:rPr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5194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C7690-F9AA-6C7E-525F-DF78AA12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5643"/>
            <a:ext cx="9905998" cy="1342417"/>
          </a:xfrm>
        </p:spPr>
        <p:txBody>
          <a:bodyPr/>
          <a:lstStyle/>
          <a:p>
            <a:r>
              <a:rPr lang="en-AU" dirty="0"/>
              <a:t>                       </a:t>
            </a:r>
            <a:r>
              <a:rPr lang="en-AU" sz="4800" dirty="0">
                <a:solidFill>
                  <a:schemeClr val="bg1"/>
                </a:solidFill>
              </a:rPr>
              <a:t>Introduction</a:t>
            </a:r>
            <a:r>
              <a:rPr lang="en-AU" dirty="0"/>
              <a:t>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6949-1F18-2A3A-C2BE-F72F2AA42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02340"/>
            <a:ext cx="9905999" cy="42996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Contact Book is used to store and manage personal or professional contact details such as names and phone numbers.</a:t>
            </a:r>
          </a:p>
          <a:p>
            <a:r>
              <a:rPr lang="en-US" dirty="0"/>
              <a:t>Traditional methods may become inefficient when handling large amounts of data.</a:t>
            </a:r>
          </a:p>
          <a:p>
            <a:r>
              <a:rPr lang="en-US" dirty="0"/>
              <a:t>Using a Linked List improves flexibility in storing contacts dynamically.</a:t>
            </a:r>
          </a:p>
          <a:p>
            <a:r>
              <a:rPr lang="en-US" dirty="0"/>
              <a:t>It allows easy insertion, deletion, and searching of contacts without fixed memory size.</a:t>
            </a:r>
          </a:p>
          <a:p>
            <a:r>
              <a:rPr lang="en-US" dirty="0"/>
              <a:t>This project implements a contact book system using linked list data structure for efficient data handling.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550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CC47-FBA2-B5F8-C4CB-B0D38E0A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43192"/>
            <a:ext cx="9905998" cy="1147864"/>
          </a:xfrm>
        </p:spPr>
        <p:txBody>
          <a:bodyPr/>
          <a:lstStyle/>
          <a:p>
            <a:r>
              <a:rPr lang="en-AU" dirty="0"/>
              <a:t>                       </a:t>
            </a:r>
            <a:r>
              <a:rPr lang="en-AU" sz="4800" dirty="0">
                <a:solidFill>
                  <a:schemeClr val="bg1"/>
                </a:solidFill>
              </a:rPr>
              <a:t>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85719-B323-BB26-1783-D31F60CBD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91056"/>
            <a:ext cx="9905999" cy="4708187"/>
          </a:xfrm>
        </p:spPr>
        <p:txBody>
          <a:bodyPr>
            <a:normAutofit fontScale="92500"/>
          </a:bodyPr>
          <a:lstStyle/>
          <a:p>
            <a:r>
              <a:rPr lang="en-US" dirty="0"/>
              <a:t>Linked List Data Structure: Used to store contacts dynamically as nodes.</a:t>
            </a:r>
          </a:p>
          <a:p>
            <a:r>
              <a:rPr lang="en-US" dirty="0"/>
              <a:t>Node Structure:  Each node contains contact details (name, phone number) and a pointer to the next node.</a:t>
            </a:r>
          </a:p>
          <a:p>
            <a:r>
              <a:rPr lang="en-US" dirty="0"/>
              <a:t>Dynamic Memory Allocation: Memory is allocated during runtime for efficient usage.</a:t>
            </a:r>
          </a:p>
          <a:p>
            <a:r>
              <a:rPr lang="en-US" dirty="0"/>
              <a:t>Pointers: Used to link nodes and navigate through the list.</a:t>
            </a:r>
          </a:p>
          <a:p>
            <a:r>
              <a:rPr lang="en-US" dirty="0"/>
              <a:t>Traversal: Used to display and search contacts in the list.</a:t>
            </a:r>
          </a:p>
          <a:p>
            <a:r>
              <a:rPr lang="en-US" dirty="0"/>
              <a:t>Insertion Operation: Adding new contacts to the list.</a:t>
            </a:r>
          </a:p>
          <a:p>
            <a:r>
              <a:rPr lang="en-US" dirty="0"/>
              <a:t>Deletion Operation: Removing existing contacts from the list.</a:t>
            </a:r>
          </a:p>
          <a:p>
            <a:r>
              <a:rPr lang="en-US" dirty="0"/>
              <a:t>Searching Algorithm: Finding a contact by name or number.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8546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988B-92A9-43A8-1AA3-39F754445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6187"/>
            <a:ext cx="9905998" cy="1293779"/>
          </a:xfrm>
        </p:spPr>
        <p:txBody>
          <a:bodyPr/>
          <a:lstStyle/>
          <a:p>
            <a:r>
              <a:rPr lang="en-AU" dirty="0"/>
              <a:t>                         </a:t>
            </a:r>
            <a:r>
              <a:rPr lang="en-AU" sz="4800" dirty="0">
                <a:solidFill>
                  <a:schemeClr val="bg1"/>
                </a:solidFill>
              </a:rPr>
              <a:t>Importance</a:t>
            </a:r>
            <a:r>
              <a:rPr lang="en-AU" dirty="0"/>
              <a:t> </a:t>
            </a:r>
            <a:endParaRPr lang="en-AU" sz="44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8716-5251-C543-3F1B-3166F7655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22962"/>
            <a:ext cx="9905999" cy="4468239"/>
          </a:xfrm>
        </p:spPr>
        <p:txBody>
          <a:bodyPr/>
          <a:lstStyle/>
          <a:p>
            <a:r>
              <a:rPr lang="en-US" dirty="0"/>
              <a:t>Provides an efficient way to store and manage contact details.</a:t>
            </a:r>
          </a:p>
          <a:p>
            <a:r>
              <a:rPr lang="en-US" dirty="0"/>
              <a:t>Allows dynamic memory usage, avoiding wastage of space.</a:t>
            </a:r>
          </a:p>
          <a:p>
            <a:r>
              <a:rPr lang="en-US" dirty="0"/>
              <a:t>Makes insertion and deletion of contacts easy and fast.</a:t>
            </a:r>
          </a:p>
          <a:p>
            <a:r>
              <a:rPr lang="en-US" dirty="0"/>
              <a:t>Enables quick searching of contacts when needed.</a:t>
            </a:r>
          </a:p>
          <a:p>
            <a:r>
              <a:rPr lang="en-US" dirty="0"/>
              <a:t>Overcomes limitations of static data structures like arrays.</a:t>
            </a:r>
          </a:p>
          <a:p>
            <a:r>
              <a:rPr lang="en-US" dirty="0"/>
              <a:t>Useful for real-world applications like phone directories and contact management systems.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028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32A7-D9F0-5317-2097-94DD634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23736"/>
            <a:ext cx="9905998" cy="1157592"/>
          </a:xfrm>
        </p:spPr>
        <p:txBody>
          <a:bodyPr>
            <a:normAutofit/>
          </a:bodyPr>
          <a:lstStyle/>
          <a:p>
            <a:r>
              <a:rPr lang="en-AU" sz="4800" dirty="0"/>
              <a:t>      </a:t>
            </a:r>
            <a:r>
              <a:rPr lang="en-AU" sz="4800" dirty="0">
                <a:solidFill>
                  <a:schemeClr val="bg1"/>
                </a:solidFill>
              </a:rPr>
              <a:t>Working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1DE42-C292-CED4-C56B-122755968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381328"/>
            <a:ext cx="9905999" cy="4630366"/>
          </a:xfrm>
        </p:spPr>
        <p:txBody>
          <a:bodyPr>
            <a:normAutofit/>
          </a:bodyPr>
          <a:lstStyle/>
          <a:p>
            <a:r>
              <a:rPr lang="en-US" dirty="0"/>
              <a:t>The project starts by creating an empty linked list to store contacts.</a:t>
            </a:r>
          </a:p>
          <a:p>
            <a:r>
              <a:rPr lang="en-US" dirty="0"/>
              <a:t>Each contact is stored as a node containing name, phone number, and a pointer to the next node.</a:t>
            </a:r>
          </a:p>
          <a:p>
            <a:r>
              <a:rPr lang="en-US" dirty="0"/>
              <a:t>Users can add new contacts, which are inserted into the linked list dynamically.</a:t>
            </a:r>
          </a:p>
          <a:p>
            <a:r>
              <a:rPr lang="en-US" dirty="0"/>
              <a:t>The search operation traverses the list to find a contact by name or number.</a:t>
            </a:r>
          </a:p>
          <a:p>
            <a:r>
              <a:rPr lang="en-US" dirty="0"/>
              <a:t>The delete operation removes a contact node and updates the links.</a:t>
            </a:r>
          </a:p>
          <a:p>
            <a:r>
              <a:rPr lang="en-US" dirty="0"/>
              <a:t>The display function shows all stored contacts by traversing the list.</a:t>
            </a:r>
          </a:p>
          <a:p>
            <a:r>
              <a:rPr lang="en-US" dirty="0"/>
              <a:t>The program continues to run until the user chooses to exit.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9705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81DE-B943-A019-0845-614BBEA7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7823"/>
            <a:ext cx="9905998" cy="544748"/>
          </a:xfrm>
        </p:spPr>
        <p:txBody>
          <a:bodyPr>
            <a:normAutofit fontScale="90000"/>
          </a:bodyPr>
          <a:lstStyle/>
          <a:p>
            <a:r>
              <a:rPr lang="en-AU" sz="4800" dirty="0">
                <a:solidFill>
                  <a:schemeClr val="bg1"/>
                </a:solidFill>
              </a:rPr>
              <a:t>                          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16CB4-FF14-8F6C-1C71-E3354F189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595" y="622570"/>
            <a:ext cx="9905999" cy="61576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000" dirty="0"/>
              <a:t>Node* </a:t>
            </a:r>
            <a:r>
              <a:rPr lang="en-AU" sz="1000" dirty="0" err="1"/>
              <a:t>newNode</a:t>
            </a:r>
            <a:r>
              <a:rPr lang="en-AU" sz="1000" dirty="0"/>
              <a:t> = new Node();</a:t>
            </a:r>
          </a:p>
          <a:p>
            <a:pPr marL="0" indent="0">
              <a:buNone/>
            </a:pPr>
            <a:r>
              <a:rPr lang="en-AU" sz="1000" dirty="0" err="1"/>
              <a:t>newNode</a:t>
            </a:r>
            <a:r>
              <a:rPr lang="en-AU" sz="1000" dirty="0"/>
              <a:t>-&gt;next = NULL;</a:t>
            </a:r>
          </a:p>
          <a:p>
            <a:pPr marL="0" indent="0">
              <a:buNone/>
            </a:pPr>
            <a:r>
              <a:rPr lang="en-AU" sz="1000" dirty="0"/>
              <a:t>// Insert</a:t>
            </a:r>
          </a:p>
          <a:p>
            <a:pPr marL="0" indent="0">
              <a:buNone/>
            </a:pPr>
            <a:r>
              <a:rPr lang="en-AU" sz="1000" dirty="0"/>
              <a:t>if (!head) head = </a:t>
            </a:r>
            <a:r>
              <a:rPr lang="en-AU" sz="1000" dirty="0" err="1"/>
              <a:t>newNode</a:t>
            </a:r>
            <a:r>
              <a:rPr lang="en-AU" sz="1000" dirty="0"/>
              <a:t>;</a:t>
            </a:r>
          </a:p>
          <a:p>
            <a:pPr marL="0" indent="0">
              <a:buNone/>
            </a:pPr>
            <a:r>
              <a:rPr lang="en-AU" sz="1000" dirty="0"/>
              <a:t>else {    </a:t>
            </a:r>
          </a:p>
          <a:p>
            <a:pPr marL="0" indent="0">
              <a:buNone/>
            </a:pPr>
            <a:r>
              <a:rPr lang="en-AU" sz="1000" dirty="0"/>
              <a:t>Node* temp = head;   </a:t>
            </a:r>
          </a:p>
          <a:p>
            <a:pPr marL="0" indent="0">
              <a:buNone/>
            </a:pPr>
            <a:r>
              <a:rPr lang="en-AU" sz="1000" dirty="0"/>
              <a:t> while (temp-&gt;next) temp = </a:t>
            </a:r>
          </a:p>
          <a:p>
            <a:pPr marL="0" indent="0">
              <a:buNone/>
            </a:pPr>
            <a:r>
              <a:rPr lang="en-AU" sz="1000" dirty="0"/>
              <a:t>temp-&gt;next;    </a:t>
            </a:r>
          </a:p>
          <a:p>
            <a:pPr marL="0" indent="0">
              <a:buNone/>
            </a:pPr>
            <a:r>
              <a:rPr lang="en-AU" sz="1000" dirty="0"/>
              <a:t>temp-&gt;next = </a:t>
            </a:r>
            <a:r>
              <a:rPr lang="en-AU" sz="1000" dirty="0" err="1"/>
              <a:t>newNode</a:t>
            </a:r>
            <a:r>
              <a:rPr lang="en-AU" sz="1000" dirty="0"/>
              <a:t>;</a:t>
            </a:r>
          </a:p>
          <a:p>
            <a:pPr marL="0" indent="0">
              <a:buNone/>
            </a:pPr>
            <a:r>
              <a:rPr lang="en-AU" sz="1000" dirty="0"/>
              <a:t>}</a:t>
            </a:r>
          </a:p>
          <a:p>
            <a:pPr marL="0" indent="0">
              <a:buNone/>
            </a:pPr>
            <a:r>
              <a:rPr lang="en-AU" sz="1000" dirty="0"/>
              <a:t>// Traverse</a:t>
            </a:r>
          </a:p>
          <a:p>
            <a:pPr marL="0" indent="0">
              <a:buNone/>
            </a:pPr>
            <a:r>
              <a:rPr lang="en-AU" sz="1000" dirty="0"/>
              <a:t>Node* temp = head;</a:t>
            </a:r>
          </a:p>
          <a:p>
            <a:pPr marL="0" indent="0">
              <a:buNone/>
            </a:pPr>
            <a:r>
              <a:rPr lang="en-AU" sz="1000" dirty="0"/>
              <a:t>while (temp) temp = temp-&gt;next;</a:t>
            </a:r>
          </a:p>
          <a:p>
            <a:pPr marL="0" indent="0">
              <a:buNone/>
            </a:pPr>
            <a:r>
              <a:rPr lang="en-AU" sz="1000" dirty="0"/>
              <a:t>// Search</a:t>
            </a:r>
          </a:p>
          <a:p>
            <a:pPr marL="0" indent="0">
              <a:buNone/>
            </a:pPr>
            <a:r>
              <a:rPr lang="en-AU" sz="1000" dirty="0"/>
              <a:t>temp = head;  </a:t>
            </a:r>
          </a:p>
          <a:p>
            <a:pPr marL="0" indent="0">
              <a:buNone/>
            </a:pPr>
            <a:r>
              <a:rPr lang="en-AU" sz="1000" dirty="0"/>
              <a:t> // </a:t>
            </a:r>
            <a:r>
              <a:rPr lang="en-AU" sz="1000" dirty="0" err="1"/>
              <a:t>resetwhile</a:t>
            </a:r>
            <a:r>
              <a:rPr lang="en-AU" sz="1000" dirty="0"/>
              <a:t> (temp) </a:t>
            </a:r>
          </a:p>
          <a:p>
            <a:pPr marL="0" indent="0">
              <a:buNone/>
            </a:pPr>
            <a:r>
              <a:rPr lang="en-AU" sz="1000" dirty="0"/>
              <a:t>{   </a:t>
            </a:r>
          </a:p>
          <a:p>
            <a:pPr marL="0" indent="0">
              <a:buNone/>
            </a:pPr>
            <a:r>
              <a:rPr lang="en-AU" sz="1000" dirty="0"/>
              <a:t> if (temp-&gt;name == key) break;   </a:t>
            </a:r>
          </a:p>
          <a:p>
            <a:pPr marL="0" indent="0">
              <a:buNone/>
            </a:pPr>
            <a:r>
              <a:rPr lang="en-AU" sz="1000" dirty="0"/>
              <a:t> temp = temp-&gt;next;</a:t>
            </a:r>
          </a:p>
          <a:p>
            <a:pPr marL="0" indent="0">
              <a:buNone/>
            </a:pPr>
            <a:r>
              <a:rPr lang="en-AU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550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CC25-1C40-00B6-D806-068F16DF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7278"/>
            <a:ext cx="9905998" cy="797668"/>
          </a:xfrm>
        </p:spPr>
        <p:txBody>
          <a:bodyPr/>
          <a:lstStyle/>
          <a:p>
            <a:r>
              <a:rPr lang="en-AU" dirty="0"/>
              <a:t>                            </a:t>
            </a:r>
            <a:r>
              <a:rPr lang="en-AU" sz="48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28101-D869-A4FC-DDBD-97E3D585B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94946"/>
            <a:ext cx="9905999" cy="551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Enter number of contacts: 2</a:t>
            </a:r>
          </a:p>
          <a:p>
            <a:pPr marL="0" indent="0">
              <a:buNone/>
            </a:pPr>
            <a:r>
              <a:rPr lang="en-US" sz="1600" dirty="0"/>
              <a:t>Enter Name: Tom </a:t>
            </a:r>
          </a:p>
          <a:p>
            <a:pPr marL="0" indent="0">
              <a:buNone/>
            </a:pPr>
            <a:r>
              <a:rPr lang="en-US" sz="1600" dirty="0"/>
              <a:t>Phone: 12345</a:t>
            </a:r>
          </a:p>
          <a:p>
            <a:pPr marL="0" indent="0">
              <a:buNone/>
            </a:pPr>
            <a:r>
              <a:rPr lang="en-US" sz="1600" dirty="0"/>
              <a:t>Enter Name: Jerry</a:t>
            </a:r>
          </a:p>
          <a:p>
            <a:pPr marL="0" indent="0">
              <a:buNone/>
            </a:pPr>
            <a:r>
              <a:rPr lang="en-US" sz="1600" dirty="0"/>
              <a:t>Enter Phone: 67890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Contacts List:</a:t>
            </a:r>
          </a:p>
          <a:p>
            <a:pPr marL="0" indent="0">
              <a:buNone/>
            </a:pPr>
            <a:r>
              <a:rPr lang="en-US" sz="1600" dirty="0"/>
              <a:t>Tom - 12345</a:t>
            </a:r>
          </a:p>
          <a:p>
            <a:pPr marL="0" indent="0">
              <a:buNone/>
            </a:pPr>
            <a:r>
              <a:rPr lang="en-US" sz="1600" dirty="0"/>
              <a:t>Jerry - 67890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Enter name to search: Tom</a:t>
            </a:r>
          </a:p>
          <a:p>
            <a:pPr marL="0" indent="0">
              <a:buNone/>
            </a:pPr>
            <a:r>
              <a:rPr lang="en-US" sz="1600" dirty="0"/>
              <a:t>Contact Found: Tom - 12345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835739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4EC0-B997-4AEA-5EC0-816F45F9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6187"/>
            <a:ext cx="9905998" cy="1459149"/>
          </a:xfrm>
        </p:spPr>
        <p:txBody>
          <a:bodyPr/>
          <a:lstStyle/>
          <a:p>
            <a:r>
              <a:rPr lang="en-AU" dirty="0"/>
              <a:t>                      </a:t>
            </a:r>
            <a:r>
              <a:rPr lang="en-AU" sz="4800" dirty="0">
                <a:solidFill>
                  <a:schemeClr val="bg1"/>
                </a:solidFill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D8076-61DF-E1F9-EE69-5453A4E47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95336"/>
            <a:ext cx="9905999" cy="4195865"/>
          </a:xfrm>
        </p:spPr>
        <p:txBody>
          <a:bodyPr/>
          <a:lstStyle/>
          <a:p>
            <a:r>
              <a:rPr lang="en-US" dirty="0"/>
              <a:t>Dynamic size – no need to define memory size in advance.</a:t>
            </a:r>
          </a:p>
          <a:p>
            <a:r>
              <a:rPr lang="en-US" dirty="0"/>
              <a:t>Efficient insertion and deletion without shifting elements.</a:t>
            </a:r>
          </a:p>
          <a:p>
            <a:r>
              <a:rPr lang="en-US" dirty="0"/>
              <a:t>Better memory utilization compared to arrays.</a:t>
            </a:r>
          </a:p>
          <a:p>
            <a:r>
              <a:rPr lang="en-US" dirty="0"/>
              <a:t>Easy to manage and update contact details.</a:t>
            </a:r>
          </a:p>
          <a:p>
            <a:r>
              <a:rPr lang="en-US" dirty="0"/>
              <a:t>Flexible structure suitable for growing data.</a:t>
            </a:r>
          </a:p>
          <a:p>
            <a:r>
              <a:rPr lang="en-US" dirty="0"/>
              <a:t>Simplifies implementation of search and display operations.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7520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0948-67C0-95DE-1EEE-8D399C1A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6460"/>
            <a:ext cx="9905998" cy="1352144"/>
          </a:xfrm>
        </p:spPr>
        <p:txBody>
          <a:bodyPr/>
          <a:lstStyle/>
          <a:p>
            <a:r>
              <a:rPr lang="en-AU" dirty="0"/>
              <a:t>                      </a:t>
            </a:r>
            <a:r>
              <a:rPr lang="en-AU" sz="48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9BC8-BE1E-419E-0BF8-93CEB84F1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02340"/>
            <a:ext cx="9905999" cy="4088861"/>
          </a:xfrm>
        </p:spPr>
        <p:txBody>
          <a:bodyPr/>
          <a:lstStyle/>
          <a:p>
            <a:r>
              <a:rPr lang="en-US" dirty="0"/>
              <a:t>The contact book using linked list is an efficient way to manage contacts.</a:t>
            </a:r>
          </a:p>
          <a:p>
            <a:r>
              <a:rPr lang="en-US" dirty="0"/>
              <a:t>It allows dynamic storage and easy modification of data.</a:t>
            </a:r>
          </a:p>
          <a:p>
            <a:r>
              <a:rPr lang="en-US" dirty="0"/>
              <a:t>Searching, insertion, and deletion operations are simple and effective.</a:t>
            </a:r>
          </a:p>
          <a:p>
            <a:r>
              <a:rPr lang="en-US" dirty="0"/>
              <a:t>This project helps understand the practical use of linked list data structure.</a:t>
            </a:r>
          </a:p>
          <a:p>
            <a:r>
              <a:rPr lang="en-US" dirty="0"/>
              <a:t>It can be further improved by adding sorting and file storage features.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1713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97</TotalTime>
  <Words>662</Words>
  <Application>Microsoft Office PowerPoint</Application>
  <PresentationFormat>Widescreen</PresentationFormat>
  <Paragraphs>90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Baskerville Old Face</vt:lpstr>
      <vt:lpstr>Calibri</vt:lpstr>
      <vt:lpstr>Tw Cen MT</vt:lpstr>
      <vt:lpstr>Circuit</vt:lpstr>
      <vt:lpstr>    </vt:lpstr>
      <vt:lpstr>                       Introduction     </vt:lpstr>
      <vt:lpstr>                       Concepts Used</vt:lpstr>
      <vt:lpstr>                         Importance </vt:lpstr>
      <vt:lpstr>      Working of the project</vt:lpstr>
      <vt:lpstr>                           Code</vt:lpstr>
      <vt:lpstr>                            output</vt:lpstr>
      <vt:lpstr>                      Advantages</vt:lpstr>
      <vt:lpstr>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Veera Grandhi</dc:creator>
  <cp:lastModifiedBy>Veera Grandhi</cp:lastModifiedBy>
  <cp:revision>3</cp:revision>
  <dcterms:created xsi:type="dcterms:W3CDTF">2026-04-15T12:04:16Z</dcterms:created>
  <dcterms:modified xsi:type="dcterms:W3CDTF">2026-04-15T14:22:18Z</dcterms:modified>
</cp:coreProperties>
</file>